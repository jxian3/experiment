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28"/>
  </p:normalViewPr>
  <p:slideViewPr>
    <p:cSldViewPr snapToGrid="0">
      <p:cViewPr>
        <p:scale>
          <a:sx n="127" d="100"/>
          <a:sy n="127" d="100"/>
        </p:scale>
        <p:origin x="1328" y="-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C4912-9809-1C43-8E2A-D4D34A41C3BB}" type="datetimeFigureOut">
              <a:rPr lang="en-CN" smtClean="0"/>
              <a:t>2025/11/7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EA1D-5C46-254F-AB9C-1E0FACCF5EA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319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C4912-9809-1C43-8E2A-D4D34A41C3BB}" type="datetimeFigureOut">
              <a:rPr lang="en-CN" smtClean="0"/>
              <a:t>2025/11/7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EA1D-5C46-254F-AB9C-1E0FACCF5EA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9323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C4912-9809-1C43-8E2A-D4D34A41C3BB}" type="datetimeFigureOut">
              <a:rPr lang="en-CN" smtClean="0"/>
              <a:t>2025/11/7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EA1D-5C46-254F-AB9C-1E0FACCF5EA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90192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C4912-9809-1C43-8E2A-D4D34A41C3BB}" type="datetimeFigureOut">
              <a:rPr lang="en-CN" smtClean="0"/>
              <a:t>2025/11/7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EA1D-5C46-254F-AB9C-1E0FACCF5EA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47162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C4912-9809-1C43-8E2A-D4D34A41C3BB}" type="datetimeFigureOut">
              <a:rPr lang="en-CN" smtClean="0"/>
              <a:t>2025/11/7</a:t>
            </a:fld>
            <a:endParaRPr lang="en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EA1D-5C46-254F-AB9C-1E0FACCF5EA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46275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C4912-9809-1C43-8E2A-D4D34A41C3BB}" type="datetimeFigureOut">
              <a:rPr lang="en-CN" smtClean="0"/>
              <a:t>2025/11/7</a:t>
            </a:fld>
            <a:endParaRPr lang="en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EA1D-5C46-254F-AB9C-1E0FACCF5EA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1240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C4912-9809-1C43-8E2A-D4D34A41C3BB}" type="datetimeFigureOut">
              <a:rPr lang="en-CN" smtClean="0"/>
              <a:t>2025/11/7</a:t>
            </a:fld>
            <a:endParaRPr lang="en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EA1D-5C46-254F-AB9C-1E0FACCF5EA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7928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C4912-9809-1C43-8E2A-D4D34A41C3BB}" type="datetimeFigureOut">
              <a:rPr lang="en-CN" smtClean="0"/>
              <a:t>2025/11/7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EA1D-5C46-254F-AB9C-1E0FACCF5EA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79508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C4912-9809-1C43-8E2A-D4D34A41C3BB}" type="datetimeFigureOut">
              <a:rPr lang="en-CN" smtClean="0"/>
              <a:t>2025/11/7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EA1D-5C46-254F-AB9C-1E0FACCF5EA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6848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C4912-9809-1C43-8E2A-D4D34A41C3BB}" type="datetimeFigureOut">
              <a:rPr lang="en-CN" smtClean="0"/>
              <a:t>2025/11/7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EA1D-5C46-254F-AB9C-1E0FACCF5EA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40551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C4912-9809-1C43-8E2A-D4D34A41C3BB}" type="datetimeFigureOut">
              <a:rPr lang="en-CN" smtClean="0"/>
              <a:t>2025/11/7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EA1D-5C46-254F-AB9C-1E0FACCF5EA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91858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1C4912-9809-1C43-8E2A-D4D34A41C3BB}" type="datetimeFigureOut">
              <a:rPr lang="en-CN" smtClean="0"/>
              <a:t>2025/11/7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CEA1D-5C46-254F-AB9C-1E0FACCF5EA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60568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microsoft.com/office/2007/relationships/hdphoto" Target="../media/hdphoto4.wdp"/><Relationship Id="rId4" Type="http://schemas.microsoft.com/office/2007/relationships/hdphoto" Target="../media/hdphoto3.wdp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microsoft.com/office/2007/relationships/hdphoto" Target="../media/hdphoto5.wdp"/><Relationship Id="rId4" Type="http://schemas.microsoft.com/office/2007/relationships/hdphoto" Target="../media/hdphoto4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microsoft.com/office/2007/relationships/hdphoto" Target="../media/hdphoto6.wdp"/><Relationship Id="rId5" Type="http://schemas.openxmlformats.org/officeDocument/2006/relationships/image" Target="../media/image11.png"/><Relationship Id="rId4" Type="http://schemas.microsoft.com/office/2007/relationships/hdphoto" Target="../media/hdphoto3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7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microsoft.com/office/2007/relationships/hdphoto" Target="../media/hdphoto9.wdp"/><Relationship Id="rId5" Type="http://schemas.openxmlformats.org/officeDocument/2006/relationships/image" Target="../media/image14.png"/><Relationship Id="rId4" Type="http://schemas.microsoft.com/office/2007/relationships/hdphoto" Target="../media/hdphoto8.wdp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1.wdp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3.wdp"/><Relationship Id="rId5" Type="http://schemas.microsoft.com/office/2007/relationships/hdphoto" Target="../media/hdphoto12.wdp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microsoft.com/office/2007/relationships/hdphoto" Target="../media/hdphoto15.wdp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artoon of a child&#10;&#10;AI-generated content may be incorrect.">
            <a:extLst>
              <a:ext uri="{FF2B5EF4-FFF2-40B4-BE49-F238E27FC236}">
                <a16:creationId xmlns:a16="http://schemas.microsoft.com/office/drawing/2014/main" id="{A85579E2-28D0-41B5-8C69-1953D99DC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99" y="1607349"/>
            <a:ext cx="2813826" cy="4502122"/>
          </a:xfrm>
          <a:prstGeom prst="rect">
            <a:avLst/>
          </a:prstGeom>
        </p:spPr>
      </p:pic>
      <p:pic>
        <p:nvPicPr>
          <p:cNvPr id="13" name="Picture 12" descr="Cartoon a cartoon of a child&#10;&#10;AI-generated content may be incorrect.">
            <a:extLst>
              <a:ext uri="{FF2B5EF4-FFF2-40B4-BE49-F238E27FC236}">
                <a16:creationId xmlns:a16="http://schemas.microsoft.com/office/drawing/2014/main" id="{320CA78E-FD29-DD92-B56C-D86018CE0E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475" b="50246" l="26742" r="94727">
                        <a14:foregroundMark x1="35876" y1="23197" x2="70716" y2="12049"/>
                        <a14:foregroundMark x1="47552" y1="36967" x2="57062" y2="38770"/>
                        <a14:foregroundMark x1="45386" y1="43852" x2="50753" y2="44098"/>
                        <a14:foregroundMark x1="44539" y1="49262" x2="46516" y2="50246"/>
                        <a14:foregroundMark x1="94821" y1="18525" x2="94821" y2="16066"/>
                        <a14:foregroundMark x1="28625" y1="14426" x2="26836" y2="18115"/>
                        <a14:foregroundMark x1="56121" y1="3689" x2="53484" y2="2295"/>
                        <a14:foregroundMark x1="44915" y1="6148" x2="50847" y2="1475"/>
                        <a14:foregroundMark x1="84463" y1="28525" x2="90395" y2="27049"/>
                        <a14:foregroundMark x1="89642" y1="26967" x2="90301" y2="24918"/>
                      </a14:backgroundRemoval>
                    </a14:imgEffect>
                  </a14:imgLayer>
                </a14:imgProps>
              </a:ext>
            </a:extLst>
          </a:blip>
          <a:srcRect l="23912" b="46829"/>
          <a:stretch>
            <a:fillRect/>
          </a:stretch>
        </p:blipFill>
        <p:spPr>
          <a:xfrm>
            <a:off x="1970902" y="1035642"/>
            <a:ext cx="2981399" cy="2393358"/>
          </a:xfrm>
          <a:prstGeom prst="rect">
            <a:avLst/>
          </a:prstGeom>
        </p:spPr>
      </p:pic>
      <p:pic>
        <p:nvPicPr>
          <p:cNvPr id="17" name="Picture 16" descr="Cartoon a cartoon of a child&#10;&#10;AI-generated content may be incorrect.">
            <a:extLst>
              <a:ext uri="{FF2B5EF4-FFF2-40B4-BE49-F238E27FC236}">
                <a16:creationId xmlns:a16="http://schemas.microsoft.com/office/drawing/2014/main" id="{D8FDF6AE-D9FE-8BA4-A2B6-F80FBA113D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475" b="50246" l="26742" r="94727">
                        <a14:foregroundMark x1="35876" y1="23197" x2="70716" y2="12049"/>
                        <a14:foregroundMark x1="47552" y1="36967" x2="57062" y2="38770"/>
                        <a14:foregroundMark x1="45386" y1="43852" x2="50753" y2="44098"/>
                        <a14:foregroundMark x1="44539" y1="49262" x2="46516" y2="50246"/>
                        <a14:foregroundMark x1="94821" y1="18525" x2="94821" y2="16066"/>
                        <a14:foregroundMark x1="28625" y1="14426" x2="26836" y2="18115"/>
                        <a14:foregroundMark x1="56121" y1="3689" x2="53484" y2="2295"/>
                        <a14:foregroundMark x1="44915" y1="6148" x2="50847" y2="1475"/>
                        <a14:foregroundMark x1="84463" y1="28525" x2="90395" y2="27049"/>
                        <a14:foregroundMark x1="89642" y1="26967" x2="90301" y2="24918"/>
                      </a14:backgroundRemoval>
                    </a14:imgEffect>
                  </a14:imgLayer>
                </a14:imgProps>
              </a:ext>
            </a:extLst>
          </a:blip>
          <a:srcRect l="23912" b="46829"/>
          <a:stretch>
            <a:fillRect/>
          </a:stretch>
        </p:blipFill>
        <p:spPr>
          <a:xfrm>
            <a:off x="6095124" y="821909"/>
            <a:ext cx="2981399" cy="2393358"/>
          </a:xfrm>
          <a:prstGeom prst="rect">
            <a:avLst/>
          </a:prstGeom>
        </p:spPr>
      </p:pic>
      <p:pic>
        <p:nvPicPr>
          <p:cNvPr id="10" name="Picture 9" descr="A cartoon of a child with her hands in her pockets&#10;&#10;AI-generated content may be incorrect.">
            <a:extLst>
              <a:ext uri="{FF2B5EF4-FFF2-40B4-BE49-F238E27FC236}">
                <a16:creationId xmlns:a16="http://schemas.microsoft.com/office/drawing/2014/main" id="{1687FF7B-FF25-147D-A4C9-A00E4C2143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3352" y="2058580"/>
            <a:ext cx="2588381" cy="3882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750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Cartoon of a child with a white shirt and blue jeans&#10;&#10;AI-generated content may be incorrect.">
            <a:extLst>
              <a:ext uri="{FF2B5EF4-FFF2-40B4-BE49-F238E27FC236}">
                <a16:creationId xmlns:a16="http://schemas.microsoft.com/office/drawing/2014/main" id="{93FDED1C-DE2E-96BA-7295-F6CFC471F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7389" y="923272"/>
            <a:ext cx="3221151" cy="5153841"/>
          </a:xfrm>
          <a:prstGeom prst="rect">
            <a:avLst/>
          </a:prstGeom>
        </p:spPr>
      </p:pic>
      <p:pic>
        <p:nvPicPr>
          <p:cNvPr id="5" name="Picture 4" descr="Cartoon a cartoon of a child&#10;&#10;AI-generated content may be incorrect.">
            <a:extLst>
              <a:ext uri="{FF2B5EF4-FFF2-40B4-BE49-F238E27FC236}">
                <a16:creationId xmlns:a16="http://schemas.microsoft.com/office/drawing/2014/main" id="{F0FCF449-7817-ECB8-6B6B-E888D98E39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475" b="50246" l="26742" r="94727">
                        <a14:foregroundMark x1="35876" y1="23197" x2="70716" y2="12049"/>
                        <a14:foregroundMark x1="47552" y1="36967" x2="57062" y2="38770"/>
                        <a14:foregroundMark x1="45386" y1="43852" x2="50753" y2="44098"/>
                        <a14:foregroundMark x1="44539" y1="49262" x2="46516" y2="50246"/>
                        <a14:foregroundMark x1="94821" y1="18525" x2="94821" y2="16066"/>
                        <a14:foregroundMark x1="28625" y1="14426" x2="26836" y2="18115"/>
                        <a14:foregroundMark x1="56121" y1="3689" x2="53484" y2="2295"/>
                        <a14:foregroundMark x1="44915" y1="6148" x2="50847" y2="1475"/>
                        <a14:foregroundMark x1="84463" y1="28525" x2="90395" y2="27049"/>
                        <a14:foregroundMark x1="89642" y1="26967" x2="90301" y2="24918"/>
                      </a14:backgroundRemoval>
                    </a14:imgEffect>
                  </a14:imgLayer>
                </a14:imgProps>
              </a:ext>
            </a:extLst>
          </a:blip>
          <a:srcRect l="23912" b="46829"/>
          <a:stretch>
            <a:fillRect/>
          </a:stretch>
        </p:blipFill>
        <p:spPr>
          <a:xfrm>
            <a:off x="1532058" y="857250"/>
            <a:ext cx="2981399" cy="2393358"/>
          </a:xfrm>
          <a:prstGeom prst="rect">
            <a:avLst/>
          </a:prstGeom>
        </p:spPr>
      </p:pic>
      <p:pic>
        <p:nvPicPr>
          <p:cNvPr id="8" name="Picture 7" descr="Cartoon a cartoon of a child&#10;&#10;AI-generated content may be incorrect.">
            <a:extLst>
              <a:ext uri="{FF2B5EF4-FFF2-40B4-BE49-F238E27FC236}">
                <a16:creationId xmlns:a16="http://schemas.microsoft.com/office/drawing/2014/main" id="{A1205F25-6036-C93A-F1DF-39B608BA44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475" b="50246" l="26742" r="94727">
                        <a14:foregroundMark x1="35876" y1="23197" x2="70716" y2="12049"/>
                        <a14:foregroundMark x1="47552" y1="36967" x2="57062" y2="38770"/>
                        <a14:foregroundMark x1="45386" y1="43852" x2="50753" y2="44098"/>
                        <a14:foregroundMark x1="44539" y1="49262" x2="46516" y2="50246"/>
                        <a14:foregroundMark x1="94821" y1="18525" x2="94821" y2="16066"/>
                        <a14:foregroundMark x1="28625" y1="14426" x2="26836" y2="18115"/>
                        <a14:foregroundMark x1="56121" y1="3689" x2="53484" y2="2295"/>
                        <a14:foregroundMark x1="44915" y1="6148" x2="50847" y2="1475"/>
                        <a14:foregroundMark x1="84463" y1="28525" x2="90395" y2="27049"/>
                        <a14:foregroundMark x1="89642" y1="26967" x2="90301" y2="24918"/>
                      </a14:backgroundRemoval>
                    </a14:imgEffect>
                  </a14:imgLayer>
                </a14:imgProps>
              </a:ext>
            </a:extLst>
          </a:blip>
          <a:srcRect l="23912" b="46829"/>
          <a:stretch>
            <a:fillRect/>
          </a:stretch>
        </p:blipFill>
        <p:spPr>
          <a:xfrm>
            <a:off x="5886609" y="653741"/>
            <a:ext cx="2981399" cy="2393358"/>
          </a:xfrm>
          <a:prstGeom prst="rect">
            <a:avLst/>
          </a:prstGeom>
        </p:spPr>
      </p:pic>
      <p:pic>
        <p:nvPicPr>
          <p:cNvPr id="15" name="Picture 14" descr="A cartoon of a child with dreadlocks&#10;&#10;AI-generated content may be incorrect.">
            <a:extLst>
              <a:ext uri="{FF2B5EF4-FFF2-40B4-BE49-F238E27FC236}">
                <a16:creationId xmlns:a16="http://schemas.microsoft.com/office/drawing/2014/main" id="{CF629618-68C8-A025-CA27-4966A7D3785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4322"/>
          <a:stretch>
            <a:fillRect/>
          </a:stretch>
        </p:blipFill>
        <p:spPr>
          <a:xfrm>
            <a:off x="-456468" y="973996"/>
            <a:ext cx="2732665" cy="5103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562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artoon a cartoon of a child&#10;&#10;AI-generated content may be incorrect.">
            <a:extLst>
              <a:ext uri="{FF2B5EF4-FFF2-40B4-BE49-F238E27FC236}">
                <a16:creationId xmlns:a16="http://schemas.microsoft.com/office/drawing/2014/main" id="{5DD5F96D-7B73-91B3-6DBB-8999AAC27E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475" b="50246" l="26742" r="94727">
                        <a14:foregroundMark x1="35876" y1="23197" x2="70716" y2="12049"/>
                        <a14:foregroundMark x1="47552" y1="36967" x2="57062" y2="38770"/>
                        <a14:foregroundMark x1="45386" y1="43852" x2="50753" y2="44098"/>
                        <a14:foregroundMark x1="44539" y1="49262" x2="46516" y2="50246"/>
                        <a14:foregroundMark x1="94821" y1="18525" x2="94821" y2="16066"/>
                        <a14:foregroundMark x1="28625" y1="14426" x2="26836" y2="18115"/>
                        <a14:foregroundMark x1="56121" y1="3689" x2="53484" y2="2295"/>
                        <a14:foregroundMark x1="44915" y1="6148" x2="50847" y2="1475"/>
                        <a14:foregroundMark x1="84463" y1="28525" x2="90395" y2="27049"/>
                        <a14:foregroundMark x1="89642" y1="26967" x2="90301" y2="24918"/>
                      </a14:backgroundRemoval>
                    </a14:imgEffect>
                  </a14:imgLayer>
                </a14:imgProps>
              </a:ext>
            </a:extLst>
          </a:blip>
          <a:srcRect l="23912" b="46829"/>
          <a:stretch>
            <a:fillRect/>
          </a:stretch>
        </p:blipFill>
        <p:spPr>
          <a:xfrm>
            <a:off x="1678772" y="842101"/>
            <a:ext cx="2893229" cy="2322579"/>
          </a:xfrm>
          <a:prstGeom prst="rect">
            <a:avLst/>
          </a:prstGeom>
        </p:spPr>
      </p:pic>
      <p:pic>
        <p:nvPicPr>
          <p:cNvPr id="5" name="Picture 4" descr="Cartoon of a child with long brown hair and blue jeans&#10;&#10;AI-generated content may be incorrect.">
            <a:extLst>
              <a:ext uri="{FF2B5EF4-FFF2-40B4-BE49-F238E27FC236}">
                <a16:creationId xmlns:a16="http://schemas.microsoft.com/office/drawing/2014/main" id="{985F3F79-A7CA-D2B7-2DF9-84955ABC19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2773" y="1518988"/>
            <a:ext cx="2862693" cy="4580309"/>
          </a:xfrm>
          <a:prstGeom prst="rect">
            <a:avLst/>
          </a:prstGeom>
        </p:spPr>
      </p:pic>
      <p:pic>
        <p:nvPicPr>
          <p:cNvPr id="6" name="Picture 5" descr="Cartoon a cartoon of a child&#10;&#10;AI-generated content may be incorrect.">
            <a:extLst>
              <a:ext uri="{FF2B5EF4-FFF2-40B4-BE49-F238E27FC236}">
                <a16:creationId xmlns:a16="http://schemas.microsoft.com/office/drawing/2014/main" id="{9A24ABAB-5673-4CEF-AB26-66FF84CEC7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475" b="50246" l="26742" r="94727">
                        <a14:foregroundMark x1="35876" y1="23197" x2="70716" y2="12049"/>
                        <a14:foregroundMark x1="47552" y1="36967" x2="57062" y2="38770"/>
                        <a14:foregroundMark x1="45386" y1="43852" x2="50753" y2="44098"/>
                        <a14:foregroundMark x1="44539" y1="49262" x2="46516" y2="50246"/>
                        <a14:foregroundMark x1="94821" y1="18525" x2="94821" y2="16066"/>
                        <a14:foregroundMark x1="28625" y1="14426" x2="26836" y2="18115"/>
                        <a14:foregroundMark x1="56121" y1="3689" x2="53484" y2="2295"/>
                        <a14:foregroundMark x1="44915" y1="6148" x2="50847" y2="1475"/>
                        <a14:foregroundMark x1="84463" y1="28525" x2="90395" y2="27049"/>
                        <a14:foregroundMark x1="89642" y1="26967" x2="90301" y2="24918"/>
                      </a14:backgroundRemoval>
                    </a14:imgEffect>
                  </a14:imgLayer>
                </a14:imgProps>
              </a:ext>
            </a:extLst>
          </a:blip>
          <a:srcRect l="23912" b="46829"/>
          <a:stretch>
            <a:fillRect/>
          </a:stretch>
        </p:blipFill>
        <p:spPr>
          <a:xfrm>
            <a:off x="5825218" y="842101"/>
            <a:ext cx="2893229" cy="2322579"/>
          </a:xfrm>
          <a:prstGeom prst="rect">
            <a:avLst/>
          </a:prstGeom>
        </p:spPr>
      </p:pic>
      <p:pic>
        <p:nvPicPr>
          <p:cNvPr id="9" name="Picture 8" descr="Cartoon of a child with hands in his pockets&#10;&#10;AI-generated content may be incorrect.">
            <a:extLst>
              <a:ext uri="{FF2B5EF4-FFF2-40B4-BE49-F238E27FC236}">
                <a16:creationId xmlns:a16="http://schemas.microsoft.com/office/drawing/2014/main" id="{4F26BBF7-706B-1A8F-6356-E56D8D2BCE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4292" y="1370743"/>
            <a:ext cx="30480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452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artoon of a child&#10;&#10;AI-generated content may be incorrect.">
            <a:extLst>
              <a:ext uri="{FF2B5EF4-FFF2-40B4-BE49-F238E27FC236}">
                <a16:creationId xmlns:a16="http://schemas.microsoft.com/office/drawing/2014/main" id="{D82E5CED-FFB7-6FB7-00B7-47999EB63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2178" y="1618321"/>
            <a:ext cx="2820876" cy="4513401"/>
          </a:xfrm>
          <a:prstGeom prst="rect">
            <a:avLst/>
          </a:prstGeom>
        </p:spPr>
      </p:pic>
      <p:pic>
        <p:nvPicPr>
          <p:cNvPr id="4" name="Picture 3" descr="Cartoon a cartoon of a child&#10;&#10;AI-generated content may be incorrect.">
            <a:extLst>
              <a:ext uri="{FF2B5EF4-FFF2-40B4-BE49-F238E27FC236}">
                <a16:creationId xmlns:a16="http://schemas.microsoft.com/office/drawing/2014/main" id="{FCC59288-347E-9E60-B1BE-787538B573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475" b="50246" l="26742" r="94727">
                        <a14:foregroundMark x1="35876" y1="23197" x2="70716" y2="12049"/>
                        <a14:foregroundMark x1="47552" y1="36967" x2="57062" y2="38770"/>
                        <a14:foregroundMark x1="45386" y1="43852" x2="50753" y2="44098"/>
                        <a14:foregroundMark x1="44539" y1="49262" x2="46516" y2="50246"/>
                        <a14:foregroundMark x1="94821" y1="18525" x2="94821" y2="16066"/>
                        <a14:foregroundMark x1="28625" y1="14426" x2="26836" y2="18115"/>
                        <a14:foregroundMark x1="56121" y1="3689" x2="53484" y2="2295"/>
                        <a14:foregroundMark x1="44915" y1="6148" x2="50847" y2="1475"/>
                        <a14:foregroundMark x1="84463" y1="28525" x2="90395" y2="27049"/>
                        <a14:foregroundMark x1="89642" y1="26967" x2="90301" y2="24918"/>
                      </a14:backgroundRemoval>
                    </a14:imgEffect>
                  </a14:imgLayer>
                </a14:imgProps>
              </a:ext>
            </a:extLst>
          </a:blip>
          <a:srcRect l="23912" b="46829"/>
          <a:stretch>
            <a:fillRect/>
          </a:stretch>
        </p:blipFill>
        <p:spPr>
          <a:xfrm>
            <a:off x="1606419" y="857251"/>
            <a:ext cx="2893229" cy="2322579"/>
          </a:xfrm>
          <a:prstGeom prst="rect">
            <a:avLst/>
          </a:prstGeom>
        </p:spPr>
      </p:pic>
      <p:pic>
        <p:nvPicPr>
          <p:cNvPr id="7" name="Picture 6" descr="Cartoon a cartoon of a child&#10;&#10;AI-generated content may be incorrect.">
            <a:extLst>
              <a:ext uri="{FF2B5EF4-FFF2-40B4-BE49-F238E27FC236}">
                <a16:creationId xmlns:a16="http://schemas.microsoft.com/office/drawing/2014/main" id="{099824D1-D518-7E2E-8B24-26E83F1707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475" b="50246" l="26742" r="94727">
                        <a14:foregroundMark x1="35876" y1="23197" x2="70716" y2="12049"/>
                        <a14:foregroundMark x1="47552" y1="36967" x2="57062" y2="38770"/>
                        <a14:foregroundMark x1="45386" y1="43852" x2="50753" y2="44098"/>
                        <a14:foregroundMark x1="44539" y1="49262" x2="46516" y2="50246"/>
                        <a14:foregroundMark x1="94821" y1="18525" x2="94821" y2="16066"/>
                        <a14:foregroundMark x1="28625" y1="14426" x2="26836" y2="18115"/>
                        <a14:foregroundMark x1="56121" y1="3689" x2="53484" y2="2295"/>
                        <a14:foregroundMark x1="44915" y1="6148" x2="50847" y2="1475"/>
                        <a14:foregroundMark x1="84463" y1="28525" x2="90395" y2="27049"/>
                        <a14:foregroundMark x1="89642" y1="26967" x2="90301" y2="24918"/>
                      </a14:backgroundRemoval>
                    </a14:imgEffect>
                  </a14:imgLayer>
                </a14:imgProps>
              </a:ext>
            </a:extLst>
          </a:blip>
          <a:srcRect l="23912" b="46829"/>
          <a:stretch>
            <a:fillRect/>
          </a:stretch>
        </p:blipFill>
        <p:spPr>
          <a:xfrm>
            <a:off x="5827156" y="830936"/>
            <a:ext cx="2893229" cy="2322579"/>
          </a:xfrm>
          <a:prstGeom prst="rect">
            <a:avLst/>
          </a:prstGeom>
        </p:spPr>
      </p:pic>
      <p:pic>
        <p:nvPicPr>
          <p:cNvPr id="13" name="Picture 12" descr="A cartoon of a child with blonde hair&#10;&#10;AI-generated content may be incorrect.">
            <a:extLst>
              <a:ext uri="{FF2B5EF4-FFF2-40B4-BE49-F238E27FC236}">
                <a16:creationId xmlns:a16="http://schemas.microsoft.com/office/drawing/2014/main" id="{749FBC61-970C-20F8-FF40-E245FA5004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4248" y="1527053"/>
            <a:ext cx="3127567" cy="4695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504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artoon of a child&#10;&#10;AI-generated content may be incorrect.">
            <a:extLst>
              <a:ext uri="{FF2B5EF4-FFF2-40B4-BE49-F238E27FC236}">
                <a16:creationId xmlns:a16="http://schemas.microsoft.com/office/drawing/2014/main" id="{26D10DD1-3A20-A46A-99DA-1D33A2776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53" y="1371584"/>
            <a:ext cx="2893229" cy="4629166"/>
          </a:xfrm>
          <a:prstGeom prst="rect">
            <a:avLst/>
          </a:prstGeom>
        </p:spPr>
      </p:pic>
      <p:pic>
        <p:nvPicPr>
          <p:cNvPr id="2" name="Picture 1" descr="Cartoon a cartoon of a child&#10;&#10;AI-generated content may be incorrect.">
            <a:extLst>
              <a:ext uri="{FF2B5EF4-FFF2-40B4-BE49-F238E27FC236}">
                <a16:creationId xmlns:a16="http://schemas.microsoft.com/office/drawing/2014/main" id="{646734BA-C976-3664-6D8E-1737313E08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475" b="50246" l="26742" r="94727">
                        <a14:foregroundMark x1="35876" y1="23197" x2="70716" y2="12049"/>
                        <a14:foregroundMark x1="47552" y1="36967" x2="57062" y2="38770"/>
                        <a14:foregroundMark x1="45386" y1="43852" x2="50753" y2="44098"/>
                        <a14:foregroundMark x1="44539" y1="49262" x2="46516" y2="50246"/>
                        <a14:foregroundMark x1="94821" y1="18525" x2="94821" y2="16066"/>
                        <a14:foregroundMark x1="28625" y1="14426" x2="26836" y2="18115"/>
                        <a14:foregroundMark x1="56121" y1="3689" x2="53484" y2="2295"/>
                        <a14:foregroundMark x1="44915" y1="6148" x2="50847" y2="1475"/>
                        <a14:foregroundMark x1="84463" y1="28525" x2="90395" y2="27049"/>
                        <a14:foregroundMark x1="89642" y1="26967" x2="90301" y2="24918"/>
                      </a14:backgroundRemoval>
                    </a14:imgEffect>
                  </a14:imgLayer>
                </a14:imgProps>
              </a:ext>
            </a:extLst>
          </a:blip>
          <a:srcRect l="23912" b="46829"/>
          <a:stretch>
            <a:fillRect/>
          </a:stretch>
        </p:blipFill>
        <p:spPr>
          <a:xfrm>
            <a:off x="1882412" y="857251"/>
            <a:ext cx="2893229" cy="2322579"/>
          </a:xfrm>
          <a:prstGeom prst="rect">
            <a:avLst/>
          </a:prstGeom>
        </p:spPr>
      </p:pic>
      <p:pic>
        <p:nvPicPr>
          <p:cNvPr id="6" name="Picture 5" descr="A cartoon of a child&#10;&#10;AI-generated content may be incorrect.">
            <a:extLst>
              <a:ext uri="{FF2B5EF4-FFF2-40B4-BE49-F238E27FC236}">
                <a16:creationId xmlns:a16="http://schemas.microsoft.com/office/drawing/2014/main" id="{285E33B5-0B4F-0C1E-7205-1C14D5F889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2815" y="1371585"/>
            <a:ext cx="2956003" cy="4729604"/>
          </a:xfrm>
          <a:prstGeom prst="rect">
            <a:avLst/>
          </a:prstGeom>
        </p:spPr>
      </p:pic>
      <p:pic>
        <p:nvPicPr>
          <p:cNvPr id="7" name="Picture 6" descr="Cartoon a cartoon of a child&#10;&#10;AI-generated content may be incorrect.">
            <a:extLst>
              <a:ext uri="{FF2B5EF4-FFF2-40B4-BE49-F238E27FC236}">
                <a16:creationId xmlns:a16="http://schemas.microsoft.com/office/drawing/2014/main" id="{0B7D422F-DFF6-9655-A84E-B60698B6CF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475" b="50246" l="26742" r="94727">
                        <a14:foregroundMark x1="35876" y1="23197" x2="70716" y2="12049"/>
                        <a14:foregroundMark x1="47552" y1="36967" x2="57062" y2="38770"/>
                        <a14:foregroundMark x1="45386" y1="43852" x2="50753" y2="44098"/>
                        <a14:foregroundMark x1="44539" y1="49262" x2="46516" y2="50246"/>
                        <a14:foregroundMark x1="94821" y1="18525" x2="94821" y2="16066"/>
                        <a14:foregroundMark x1="28625" y1="14426" x2="26836" y2="18115"/>
                        <a14:foregroundMark x1="56121" y1="3689" x2="53484" y2="2295"/>
                        <a14:foregroundMark x1="44915" y1="6148" x2="50847" y2="1475"/>
                        <a14:foregroundMark x1="84463" y1="28525" x2="90395" y2="27049"/>
                        <a14:foregroundMark x1="89642" y1="26967" x2="90301" y2="24918"/>
                      </a14:backgroundRemoval>
                    </a14:imgEffect>
                  </a14:imgLayer>
                </a14:imgProps>
              </a:ext>
            </a:extLst>
          </a:blip>
          <a:srcRect l="23912" b="46829"/>
          <a:stretch>
            <a:fillRect/>
          </a:stretch>
        </p:blipFill>
        <p:spPr>
          <a:xfrm>
            <a:off x="6037874" y="857251"/>
            <a:ext cx="2893229" cy="232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799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artoon of a child&#10;&#10;AI-generated content may be incorrect.">
            <a:extLst>
              <a:ext uri="{FF2B5EF4-FFF2-40B4-BE49-F238E27FC236}">
                <a16:creationId xmlns:a16="http://schemas.microsoft.com/office/drawing/2014/main" id="{1019CADA-8286-FA8E-114D-260AC722F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3417"/>
            <a:ext cx="2990082" cy="4489508"/>
          </a:xfrm>
          <a:prstGeom prst="rect">
            <a:avLst/>
          </a:prstGeom>
        </p:spPr>
      </p:pic>
      <p:pic>
        <p:nvPicPr>
          <p:cNvPr id="2" name="Picture 1" descr="Cartoon a cartoon of a child&#10;&#10;AI-generated content may be incorrect.">
            <a:extLst>
              <a:ext uri="{FF2B5EF4-FFF2-40B4-BE49-F238E27FC236}">
                <a16:creationId xmlns:a16="http://schemas.microsoft.com/office/drawing/2014/main" id="{65F14888-F3C8-E237-FED4-34A923877D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475" b="50246" l="26742" r="94727">
                        <a14:foregroundMark x1="35876" y1="23197" x2="70716" y2="12049"/>
                        <a14:foregroundMark x1="47552" y1="36967" x2="57062" y2="38770"/>
                        <a14:foregroundMark x1="45386" y1="43852" x2="50753" y2="44098"/>
                        <a14:foregroundMark x1="44539" y1="49262" x2="46516" y2="50246"/>
                        <a14:foregroundMark x1="94821" y1="18525" x2="94821" y2="16066"/>
                        <a14:foregroundMark x1="28625" y1="14426" x2="26836" y2="18115"/>
                        <a14:foregroundMark x1="56121" y1="3689" x2="53484" y2="2295"/>
                        <a14:foregroundMark x1="44915" y1="6148" x2="50847" y2="1475"/>
                        <a14:foregroundMark x1="84463" y1="28525" x2="90395" y2="27049"/>
                        <a14:foregroundMark x1="89642" y1="26967" x2="90301" y2="24918"/>
                      </a14:backgroundRemoval>
                    </a14:imgEffect>
                  </a14:imgLayer>
                </a14:imgProps>
              </a:ext>
            </a:extLst>
          </a:blip>
          <a:srcRect l="23912" b="46829"/>
          <a:stretch>
            <a:fillRect/>
          </a:stretch>
        </p:blipFill>
        <p:spPr>
          <a:xfrm>
            <a:off x="1882412" y="857251"/>
            <a:ext cx="2893229" cy="232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15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artoon of a child wearing glasses and a grey hoodie&#10;&#10;AI-generated content may be incorrect.">
            <a:extLst>
              <a:ext uri="{FF2B5EF4-FFF2-40B4-BE49-F238E27FC236}">
                <a16:creationId xmlns:a16="http://schemas.microsoft.com/office/drawing/2014/main" id="{06BA86F1-6CC2-3C43-488D-42D755AAF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7630" y="1034553"/>
            <a:ext cx="3203189" cy="5125102"/>
          </a:xfrm>
          <a:prstGeom prst="rect">
            <a:avLst/>
          </a:prstGeom>
        </p:spPr>
      </p:pic>
      <p:pic>
        <p:nvPicPr>
          <p:cNvPr id="3" name="Picture 2" descr="Cartoon a cartoon of a child&#10;&#10;AI-generated content may be incorrect.">
            <a:extLst>
              <a:ext uri="{FF2B5EF4-FFF2-40B4-BE49-F238E27FC236}">
                <a16:creationId xmlns:a16="http://schemas.microsoft.com/office/drawing/2014/main" id="{2A18E95E-705C-2F85-69CD-F79F51256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475" b="50246" l="26742" r="94727">
                        <a14:foregroundMark x1="35876" y1="23197" x2="70716" y2="12049"/>
                        <a14:foregroundMark x1="47552" y1="36967" x2="57062" y2="38770"/>
                        <a14:foregroundMark x1="45386" y1="43852" x2="50753" y2="44098"/>
                        <a14:foregroundMark x1="44539" y1="49262" x2="46516" y2="50246"/>
                        <a14:foregroundMark x1="94821" y1="18525" x2="94821" y2="16066"/>
                        <a14:foregroundMark x1="28625" y1="14426" x2="26836" y2="18115"/>
                        <a14:foregroundMark x1="56121" y1="3689" x2="53484" y2="2295"/>
                        <a14:foregroundMark x1="44915" y1="6148" x2="50847" y2="1475"/>
                        <a14:foregroundMark x1="84463" y1="28525" x2="90395" y2="27049"/>
                        <a14:foregroundMark x1="89642" y1="26967" x2="90301" y2="24918"/>
                      </a14:backgroundRemoval>
                    </a14:imgEffect>
                  </a14:imgLayer>
                </a14:imgProps>
              </a:ext>
            </a:extLst>
          </a:blip>
          <a:srcRect l="23912" b="46829"/>
          <a:stretch>
            <a:fillRect/>
          </a:stretch>
        </p:blipFill>
        <p:spPr>
          <a:xfrm>
            <a:off x="1678772" y="857251"/>
            <a:ext cx="2893229" cy="2322579"/>
          </a:xfrm>
          <a:prstGeom prst="rect">
            <a:avLst/>
          </a:prstGeom>
        </p:spPr>
      </p:pic>
      <p:pic>
        <p:nvPicPr>
          <p:cNvPr id="5" name="Picture 4" descr="Cartoon of a child with her hands in her pockets&#10;&#10;AI-generated content may be incorrect.">
            <a:extLst>
              <a:ext uri="{FF2B5EF4-FFF2-40B4-BE49-F238E27FC236}">
                <a16:creationId xmlns:a16="http://schemas.microsoft.com/office/drawing/2014/main" id="{624140B2-C2B5-A002-446B-75F9E2709D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1686" y="1455218"/>
            <a:ext cx="2893229" cy="4629167"/>
          </a:xfrm>
          <a:prstGeom prst="rect">
            <a:avLst/>
          </a:prstGeom>
        </p:spPr>
      </p:pic>
      <p:pic>
        <p:nvPicPr>
          <p:cNvPr id="6" name="Picture 5" descr="Cartoon a cartoon of a child&#10;&#10;AI-generated content may be incorrect.">
            <a:extLst>
              <a:ext uri="{FF2B5EF4-FFF2-40B4-BE49-F238E27FC236}">
                <a16:creationId xmlns:a16="http://schemas.microsoft.com/office/drawing/2014/main" id="{0E91CD9C-0EEA-C114-F786-8A75636136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475" b="50246" l="26742" r="94727">
                        <a14:foregroundMark x1="35876" y1="23197" x2="70716" y2="12049"/>
                        <a14:foregroundMark x1="47552" y1="36967" x2="57062" y2="38770"/>
                        <a14:foregroundMark x1="45386" y1="43852" x2="50753" y2="44098"/>
                        <a14:foregroundMark x1="44539" y1="49262" x2="46516" y2="50246"/>
                        <a14:foregroundMark x1="94821" y1="18525" x2="94821" y2="16066"/>
                        <a14:foregroundMark x1="28625" y1="14426" x2="26836" y2="18115"/>
                        <a14:foregroundMark x1="56121" y1="3689" x2="53484" y2="2295"/>
                        <a14:foregroundMark x1="44915" y1="6148" x2="50847" y2="1475"/>
                        <a14:foregroundMark x1="84463" y1="28525" x2="90395" y2="27049"/>
                        <a14:foregroundMark x1="89642" y1="26967" x2="90301" y2="24918"/>
                      </a14:backgroundRemoval>
                    </a14:imgEffect>
                  </a14:imgLayer>
                </a14:imgProps>
              </a:ext>
            </a:extLst>
          </a:blip>
          <a:srcRect l="23912" b="46829"/>
          <a:stretch>
            <a:fillRect/>
          </a:stretch>
        </p:blipFill>
        <p:spPr>
          <a:xfrm>
            <a:off x="6250772" y="857251"/>
            <a:ext cx="2893229" cy="232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005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rtoon a cartoon of a child&#10;&#10;AI-generated content may be incorrect.">
            <a:extLst>
              <a:ext uri="{FF2B5EF4-FFF2-40B4-BE49-F238E27FC236}">
                <a16:creationId xmlns:a16="http://schemas.microsoft.com/office/drawing/2014/main" id="{1B2EEEC7-E826-4397-D2A6-C0F5FACDD2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475" b="50246" l="26742" r="94727">
                        <a14:foregroundMark x1="35876" y1="23197" x2="70716" y2="12049"/>
                        <a14:foregroundMark x1="47552" y1="36967" x2="57062" y2="38770"/>
                        <a14:foregroundMark x1="45386" y1="43852" x2="50753" y2="44098"/>
                        <a14:foregroundMark x1="44539" y1="49262" x2="46516" y2="50246"/>
                        <a14:foregroundMark x1="94821" y1="18525" x2="94821" y2="16066"/>
                        <a14:foregroundMark x1="28625" y1="14426" x2="26836" y2="18115"/>
                        <a14:foregroundMark x1="56121" y1="3689" x2="53484" y2="2295"/>
                        <a14:foregroundMark x1="44915" y1="6148" x2="50847" y2="1475"/>
                        <a14:foregroundMark x1="84463" y1="28525" x2="90395" y2="27049"/>
                        <a14:foregroundMark x1="89642" y1="26967" x2="90301" y2="24918"/>
                      </a14:backgroundRemoval>
                    </a14:imgEffect>
                  </a14:imgLayer>
                </a14:imgProps>
              </a:ext>
            </a:extLst>
          </a:blip>
          <a:srcRect l="23912" b="46829"/>
          <a:stretch>
            <a:fillRect/>
          </a:stretch>
        </p:blipFill>
        <p:spPr>
          <a:xfrm>
            <a:off x="1678772" y="857251"/>
            <a:ext cx="2893229" cy="2322579"/>
          </a:xfrm>
          <a:prstGeom prst="rect">
            <a:avLst/>
          </a:prstGeom>
        </p:spPr>
      </p:pic>
      <p:pic>
        <p:nvPicPr>
          <p:cNvPr id="13" name="Picture 12" descr="Cartoon of a child with hands in pockets&#10;&#10;AI-generated content may be incorrect.">
            <a:extLst>
              <a:ext uri="{FF2B5EF4-FFF2-40B4-BE49-F238E27FC236}">
                <a16:creationId xmlns:a16="http://schemas.microsoft.com/office/drawing/2014/main" id="{48884B67-3F98-0444-DF8F-53A43EF737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5177" y="758130"/>
            <a:ext cx="3650051" cy="5840082"/>
          </a:xfrm>
          <a:prstGeom prst="rect">
            <a:avLst/>
          </a:prstGeom>
        </p:spPr>
      </p:pic>
      <p:pic>
        <p:nvPicPr>
          <p:cNvPr id="8" name="Picture 7" descr="A cartoon of a child with blonde braids&#10;&#10;AI-generated content may be incorrect.">
            <a:extLst>
              <a:ext uri="{FF2B5EF4-FFF2-40B4-BE49-F238E27FC236}">
                <a16:creationId xmlns:a16="http://schemas.microsoft.com/office/drawing/2014/main" id="{F96DF48B-673E-1376-9E4C-A96BEF5262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66620" y="842311"/>
            <a:ext cx="3477937" cy="5564699"/>
          </a:xfrm>
          <a:prstGeom prst="rect">
            <a:avLst/>
          </a:prstGeom>
        </p:spPr>
      </p:pic>
      <p:pic>
        <p:nvPicPr>
          <p:cNvPr id="6" name="Picture 5" descr="Cartoon a cartoon of a child&#10;&#10;AI-generated content may be incorrect.">
            <a:extLst>
              <a:ext uri="{FF2B5EF4-FFF2-40B4-BE49-F238E27FC236}">
                <a16:creationId xmlns:a16="http://schemas.microsoft.com/office/drawing/2014/main" id="{DA788410-2EA6-D755-3776-1A75487E50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475" b="50246" l="26742" r="94727">
                        <a14:foregroundMark x1="35876" y1="23197" x2="70716" y2="12049"/>
                        <a14:foregroundMark x1="47552" y1="36967" x2="57062" y2="38770"/>
                        <a14:foregroundMark x1="45386" y1="43852" x2="50753" y2="44098"/>
                        <a14:foregroundMark x1="44539" y1="49262" x2="46516" y2="50246"/>
                        <a14:foregroundMark x1="94821" y1="18525" x2="94821" y2="16066"/>
                        <a14:foregroundMark x1="28625" y1="14426" x2="26836" y2="18115"/>
                        <a14:foregroundMark x1="56121" y1="3689" x2="53484" y2="2295"/>
                        <a14:foregroundMark x1="44915" y1="6148" x2="50847" y2="1475"/>
                        <a14:foregroundMark x1="84463" y1="28525" x2="90395" y2="27049"/>
                        <a14:foregroundMark x1="89642" y1="26967" x2="90301" y2="24918"/>
                      </a14:backgroundRemoval>
                    </a14:imgEffect>
                  </a14:imgLayer>
                </a14:imgProps>
              </a:ext>
            </a:extLst>
          </a:blip>
          <a:srcRect l="23912" b="46829"/>
          <a:stretch>
            <a:fillRect/>
          </a:stretch>
        </p:blipFill>
        <p:spPr>
          <a:xfrm>
            <a:off x="5937504" y="857251"/>
            <a:ext cx="2893229" cy="232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554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artoon of a child&#10;&#10;AI-generated content may be incorrect.">
            <a:extLst>
              <a:ext uri="{FF2B5EF4-FFF2-40B4-BE49-F238E27FC236}">
                <a16:creationId xmlns:a16="http://schemas.microsoft.com/office/drawing/2014/main" id="{4B1C0A36-A17E-188F-ACAE-48AE8AFB6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4074" y="990566"/>
            <a:ext cx="3542994" cy="5668791"/>
          </a:xfrm>
          <a:prstGeom prst="rect">
            <a:avLst/>
          </a:prstGeom>
        </p:spPr>
      </p:pic>
      <p:pic>
        <p:nvPicPr>
          <p:cNvPr id="9" name="Picture 8" descr="A cartoon of a child&#10;&#10;AI-generated content may be incorrect.">
            <a:extLst>
              <a:ext uri="{FF2B5EF4-FFF2-40B4-BE49-F238E27FC236}">
                <a16:creationId xmlns:a16="http://schemas.microsoft.com/office/drawing/2014/main" id="{E37ADEF6-1F19-E381-B56B-014094A9E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78824" y="990567"/>
            <a:ext cx="3614342" cy="5426813"/>
          </a:xfrm>
          <a:prstGeom prst="rect">
            <a:avLst/>
          </a:prstGeom>
        </p:spPr>
      </p:pic>
      <p:pic>
        <p:nvPicPr>
          <p:cNvPr id="4" name="Picture 3" descr="Cartoon a cartoon of a child&#10;&#10;AI-generated content may be incorrect.">
            <a:extLst>
              <a:ext uri="{FF2B5EF4-FFF2-40B4-BE49-F238E27FC236}">
                <a16:creationId xmlns:a16="http://schemas.microsoft.com/office/drawing/2014/main" id="{F86CBE60-82B1-27B0-8787-FDDE639737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475" b="50246" l="26742" r="94727">
                        <a14:foregroundMark x1="35876" y1="23197" x2="70716" y2="12049"/>
                        <a14:foregroundMark x1="47552" y1="36967" x2="57062" y2="38770"/>
                        <a14:foregroundMark x1="45386" y1="43852" x2="50753" y2="44098"/>
                        <a14:foregroundMark x1="44539" y1="49262" x2="46516" y2="50246"/>
                        <a14:foregroundMark x1="94821" y1="18525" x2="94821" y2="16066"/>
                        <a14:foregroundMark x1="28625" y1="14426" x2="26836" y2="18115"/>
                        <a14:foregroundMark x1="56121" y1="3689" x2="53484" y2="2295"/>
                        <a14:foregroundMark x1="44915" y1="6148" x2="50847" y2="1475"/>
                        <a14:foregroundMark x1="84463" y1="28525" x2="90395" y2="27049"/>
                        <a14:foregroundMark x1="89642" y1="26967" x2="90301" y2="24918"/>
                      </a14:backgroundRemoval>
                    </a14:imgEffect>
                  </a14:imgLayer>
                </a14:imgProps>
              </a:ext>
            </a:extLst>
          </a:blip>
          <a:srcRect l="23912" b="46829"/>
          <a:stretch>
            <a:fillRect/>
          </a:stretch>
        </p:blipFill>
        <p:spPr>
          <a:xfrm>
            <a:off x="1935124" y="525634"/>
            <a:ext cx="2893229" cy="2322579"/>
          </a:xfrm>
          <a:prstGeom prst="rect">
            <a:avLst/>
          </a:prstGeom>
        </p:spPr>
      </p:pic>
      <p:pic>
        <p:nvPicPr>
          <p:cNvPr id="7" name="Picture 6" descr="Cartoon a cartoon of a child&#10;&#10;AI-generated content may be incorrect.">
            <a:extLst>
              <a:ext uri="{FF2B5EF4-FFF2-40B4-BE49-F238E27FC236}">
                <a16:creationId xmlns:a16="http://schemas.microsoft.com/office/drawing/2014/main" id="{134BEC12-358E-2470-4D86-29BA9AEAB5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475" b="50246" l="26742" r="94727">
                        <a14:foregroundMark x1="35876" y1="23197" x2="70716" y2="12049"/>
                        <a14:foregroundMark x1="47552" y1="36967" x2="57062" y2="38770"/>
                        <a14:foregroundMark x1="45386" y1="43852" x2="50753" y2="44098"/>
                        <a14:foregroundMark x1="44539" y1="49262" x2="46516" y2="50246"/>
                        <a14:foregroundMark x1="94821" y1="18525" x2="94821" y2="16066"/>
                        <a14:foregroundMark x1="28625" y1="14426" x2="26836" y2="18115"/>
                        <a14:foregroundMark x1="56121" y1="3689" x2="53484" y2="2295"/>
                        <a14:foregroundMark x1="44915" y1="6148" x2="50847" y2="1475"/>
                        <a14:foregroundMark x1="84463" y1="28525" x2="90395" y2="27049"/>
                        <a14:foregroundMark x1="89642" y1="26967" x2="90301" y2="24918"/>
                      </a14:backgroundRemoval>
                    </a14:imgEffect>
                  </a14:imgLayer>
                </a14:imgProps>
              </a:ext>
            </a:extLst>
          </a:blip>
          <a:srcRect l="23912" b="46829"/>
          <a:stretch>
            <a:fillRect/>
          </a:stretch>
        </p:blipFill>
        <p:spPr>
          <a:xfrm>
            <a:off x="6250771" y="525634"/>
            <a:ext cx="2893229" cy="232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706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rtoon a cartoon of a child&#10;&#10;AI-generated content may be incorrect.">
            <a:extLst>
              <a:ext uri="{FF2B5EF4-FFF2-40B4-BE49-F238E27FC236}">
                <a16:creationId xmlns:a16="http://schemas.microsoft.com/office/drawing/2014/main" id="{8F8D921F-076F-8CB2-F1D4-5D1FE5889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475" b="50246" l="26742" r="94727">
                        <a14:foregroundMark x1="35876" y1="23197" x2="70716" y2="12049"/>
                        <a14:foregroundMark x1="47552" y1="36967" x2="57062" y2="38770"/>
                        <a14:foregroundMark x1="45386" y1="43852" x2="50753" y2="44098"/>
                        <a14:foregroundMark x1="44539" y1="49262" x2="46516" y2="50246"/>
                        <a14:foregroundMark x1="94821" y1="18525" x2="94821" y2="16066"/>
                        <a14:foregroundMark x1="28625" y1="14426" x2="26836" y2="18115"/>
                        <a14:foregroundMark x1="56121" y1="3689" x2="53484" y2="2295"/>
                        <a14:foregroundMark x1="44915" y1="6148" x2="50847" y2="1475"/>
                        <a14:foregroundMark x1="84463" y1="28525" x2="90395" y2="27049"/>
                        <a14:foregroundMark x1="89642" y1="26967" x2="90301" y2="24918"/>
                      </a14:backgroundRemoval>
                    </a14:imgEffect>
                  </a14:imgLayer>
                </a14:imgProps>
              </a:ext>
            </a:extLst>
          </a:blip>
          <a:srcRect l="23912" b="46829"/>
          <a:stretch>
            <a:fillRect/>
          </a:stretch>
        </p:blipFill>
        <p:spPr>
          <a:xfrm>
            <a:off x="1935124" y="525634"/>
            <a:ext cx="2893229" cy="2322579"/>
          </a:xfrm>
          <a:prstGeom prst="rect">
            <a:avLst/>
          </a:prstGeom>
        </p:spPr>
      </p:pic>
      <p:pic>
        <p:nvPicPr>
          <p:cNvPr id="6" name="Picture 5" descr="Cartoon of a child with curly hair and blue jeans&#10;&#10;AI-generated content may be incorrect.">
            <a:extLst>
              <a:ext uri="{FF2B5EF4-FFF2-40B4-BE49-F238E27FC236}">
                <a16:creationId xmlns:a16="http://schemas.microsoft.com/office/drawing/2014/main" id="{CC8D24C1-4183-3B3A-3606-CAD9F76913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0993" y="1275920"/>
            <a:ext cx="3423920" cy="5478272"/>
          </a:xfrm>
          <a:prstGeom prst="rect">
            <a:avLst/>
          </a:prstGeom>
        </p:spPr>
      </p:pic>
      <p:pic>
        <p:nvPicPr>
          <p:cNvPr id="7" name="Picture 6" descr="Cartoon a cartoon of a child&#10;&#10;AI-generated content may be incorrect.">
            <a:extLst>
              <a:ext uri="{FF2B5EF4-FFF2-40B4-BE49-F238E27FC236}">
                <a16:creationId xmlns:a16="http://schemas.microsoft.com/office/drawing/2014/main" id="{89F8220F-3FDF-EA43-D904-EA899D6F0B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475" b="50246" l="26742" r="94727">
                        <a14:foregroundMark x1="35876" y1="23197" x2="70716" y2="12049"/>
                        <a14:foregroundMark x1="47552" y1="36967" x2="57062" y2="38770"/>
                        <a14:foregroundMark x1="45386" y1="43852" x2="50753" y2="44098"/>
                        <a14:foregroundMark x1="44539" y1="49262" x2="46516" y2="50246"/>
                        <a14:foregroundMark x1="94821" y1="18525" x2="94821" y2="16066"/>
                        <a14:foregroundMark x1="28625" y1="14426" x2="26836" y2="18115"/>
                        <a14:foregroundMark x1="56121" y1="3689" x2="53484" y2="2295"/>
                        <a14:foregroundMark x1="44915" y1="6148" x2="50847" y2="1475"/>
                        <a14:foregroundMark x1="84463" y1="28525" x2="90395" y2="27049"/>
                        <a14:foregroundMark x1="89642" y1="26967" x2="90301" y2="24918"/>
                      </a14:backgroundRemoval>
                    </a14:imgEffect>
                  </a14:imgLayer>
                </a14:imgProps>
              </a:ext>
            </a:extLst>
          </a:blip>
          <a:srcRect l="23912" b="46829"/>
          <a:stretch>
            <a:fillRect/>
          </a:stretch>
        </p:blipFill>
        <p:spPr>
          <a:xfrm>
            <a:off x="6550917" y="530902"/>
            <a:ext cx="2893229" cy="2322579"/>
          </a:xfrm>
          <a:prstGeom prst="rect">
            <a:avLst/>
          </a:prstGeom>
        </p:spPr>
      </p:pic>
      <p:pic>
        <p:nvPicPr>
          <p:cNvPr id="11" name="Picture 10" descr="A cartoon of a child with red hair&#10;&#10;AI-generated content may be incorrect.">
            <a:extLst>
              <a:ext uri="{FF2B5EF4-FFF2-40B4-BE49-F238E27FC236}">
                <a16:creationId xmlns:a16="http://schemas.microsoft.com/office/drawing/2014/main" id="{5E6E9A1E-0186-5EB1-7824-824D86994A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74999" y="955151"/>
            <a:ext cx="3571875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20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247</TotalTime>
  <Words>0</Words>
  <Application>Microsoft Macintosh PowerPoint</Application>
  <PresentationFormat>On-screen Show (4:3)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Jitong Xian</dc:creator>
  <cp:lastModifiedBy>Jitong Xian</cp:lastModifiedBy>
  <cp:revision>26</cp:revision>
  <dcterms:created xsi:type="dcterms:W3CDTF">2025-11-05T03:11:23Z</dcterms:created>
  <dcterms:modified xsi:type="dcterms:W3CDTF">2025-11-08T02:08:40Z</dcterms:modified>
</cp:coreProperties>
</file>