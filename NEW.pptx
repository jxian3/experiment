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628"/>
  </p:normalViewPr>
  <p:slideViewPr>
    <p:cSldViewPr snapToGrid="0">
      <p:cViewPr>
        <p:scale>
          <a:sx n="141" d="100"/>
          <a:sy n="141" d="100"/>
        </p:scale>
        <p:origin x="872" y="-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319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9323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9019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47162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46275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2405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7928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7950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684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0551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185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6056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4.wdp"/><Relationship Id="rId4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microsoft.com/office/2007/relationships/hdphoto" Target="../media/hdphoto5.wdp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11.png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5" Type="http://schemas.openxmlformats.org/officeDocument/2006/relationships/image" Target="../media/image14.png"/><Relationship Id="rId4" Type="http://schemas.microsoft.com/office/2007/relationships/hdphoto" Target="../media/hdphoto8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1.wdp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3.wdp"/><Relationship Id="rId5" Type="http://schemas.microsoft.com/office/2007/relationships/hdphoto" Target="../media/hdphoto12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microsoft.com/office/2007/relationships/hdphoto" Target="../media/hdphoto15.wdp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A85579E2-28D0-41B5-8C69-1953D99D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9" y="1607349"/>
            <a:ext cx="2813826" cy="4502122"/>
          </a:xfrm>
          <a:prstGeom prst="rect">
            <a:avLst/>
          </a:prstGeom>
        </p:spPr>
      </p:pic>
      <p:pic>
        <p:nvPicPr>
          <p:cNvPr id="13" name="Picture 1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320CA78E-FD29-DD92-B56C-D86018CE0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70902" y="1035642"/>
            <a:ext cx="2981399" cy="2393358"/>
          </a:xfrm>
          <a:prstGeom prst="rect">
            <a:avLst/>
          </a:prstGeom>
        </p:spPr>
      </p:pic>
      <p:pic>
        <p:nvPicPr>
          <p:cNvPr id="17" name="Picture 1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8FDF6AE-D9FE-8BA4-A2B6-F80FBA113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95124" y="821909"/>
            <a:ext cx="2981399" cy="2393358"/>
          </a:xfrm>
          <a:prstGeom prst="rect">
            <a:avLst/>
          </a:prstGeom>
        </p:spPr>
      </p:pic>
      <p:pic>
        <p:nvPicPr>
          <p:cNvPr id="10" name="Picture 9" descr="A 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1687FF7B-FF25-147D-A4C9-A00E4C2143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3352" y="2058580"/>
            <a:ext cx="2588381" cy="388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Cartoon of a child with a white shirt and blue jeans&#10;&#10;AI-generated content may be incorrect.">
            <a:extLst>
              <a:ext uri="{FF2B5EF4-FFF2-40B4-BE49-F238E27FC236}">
                <a16:creationId xmlns:a16="http://schemas.microsoft.com/office/drawing/2014/main" id="{93FDED1C-DE2E-96BA-7295-F6CFC471F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389" y="923272"/>
            <a:ext cx="3221151" cy="5153841"/>
          </a:xfrm>
          <a:prstGeom prst="rect">
            <a:avLst/>
          </a:prstGeom>
        </p:spPr>
      </p:pic>
      <p:pic>
        <p:nvPicPr>
          <p:cNvPr id="5" name="Picture 4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0FCF449-7817-ECB8-6B6B-E888D98E3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532058" y="857250"/>
            <a:ext cx="2981399" cy="2393358"/>
          </a:xfrm>
          <a:prstGeom prst="rect">
            <a:avLst/>
          </a:prstGeom>
        </p:spPr>
      </p:pic>
      <p:pic>
        <p:nvPicPr>
          <p:cNvPr id="8" name="Picture 7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A1205F25-6036-C93A-F1DF-39B608BA44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86609" y="653741"/>
            <a:ext cx="2981399" cy="2393358"/>
          </a:xfrm>
          <a:prstGeom prst="rect">
            <a:avLst/>
          </a:prstGeom>
        </p:spPr>
      </p:pic>
      <p:pic>
        <p:nvPicPr>
          <p:cNvPr id="15" name="Picture 14" descr="A cartoon of a child with dreadlocks&#10;&#10;AI-generated content may be incorrect.">
            <a:extLst>
              <a:ext uri="{FF2B5EF4-FFF2-40B4-BE49-F238E27FC236}">
                <a16:creationId xmlns:a16="http://schemas.microsoft.com/office/drawing/2014/main" id="{CF629618-68C8-A025-CA27-4966A7D3785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4322"/>
          <a:stretch>
            <a:fillRect/>
          </a:stretch>
        </p:blipFill>
        <p:spPr>
          <a:xfrm>
            <a:off x="-456468" y="973996"/>
            <a:ext cx="2732665" cy="510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62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5DD5F96D-7B73-91B3-6DBB-8999AAC27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4210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long brown hair and blue jeans&#10;&#10;AI-generated content may be incorrect.">
            <a:extLst>
              <a:ext uri="{FF2B5EF4-FFF2-40B4-BE49-F238E27FC236}">
                <a16:creationId xmlns:a16="http://schemas.microsoft.com/office/drawing/2014/main" id="{985F3F79-A7CA-D2B7-2DF9-84955ABC1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22773" y="1518988"/>
            <a:ext cx="2862693" cy="458030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9A24ABAB-5673-4CEF-AB26-66FF84CEC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5218" y="842101"/>
            <a:ext cx="2893229" cy="2322579"/>
          </a:xfrm>
          <a:prstGeom prst="rect">
            <a:avLst/>
          </a:prstGeom>
        </p:spPr>
      </p:pic>
      <p:pic>
        <p:nvPicPr>
          <p:cNvPr id="9" name="Picture 8" descr="Cartoon of a child with hands in his pockets&#10;&#10;AI-generated content may be incorrect.">
            <a:extLst>
              <a:ext uri="{FF2B5EF4-FFF2-40B4-BE49-F238E27FC236}">
                <a16:creationId xmlns:a16="http://schemas.microsoft.com/office/drawing/2014/main" id="{4F26BBF7-706B-1A8F-6356-E56D8D2BC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4292" y="1370743"/>
            <a:ext cx="30480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452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child&#10;&#10;AI-generated content may be incorrect.">
            <a:extLst>
              <a:ext uri="{FF2B5EF4-FFF2-40B4-BE49-F238E27FC236}">
                <a16:creationId xmlns:a16="http://schemas.microsoft.com/office/drawing/2014/main" id="{D82E5CED-FFB7-6FB7-00B7-47999EB63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178" y="1618321"/>
            <a:ext cx="2820876" cy="4513401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CC59288-347E-9E60-B1BE-787538B57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06419" y="857251"/>
            <a:ext cx="2893229" cy="2322579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99824D1-D518-7E2E-8B24-26E83F170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7156" y="830936"/>
            <a:ext cx="2893229" cy="2322579"/>
          </a:xfrm>
          <a:prstGeom prst="rect">
            <a:avLst/>
          </a:prstGeom>
        </p:spPr>
      </p:pic>
      <p:pic>
        <p:nvPicPr>
          <p:cNvPr id="13" name="Picture 12" descr="A cartoon of a child with blonde hair&#10;&#10;AI-generated content may be incorrect.">
            <a:extLst>
              <a:ext uri="{FF2B5EF4-FFF2-40B4-BE49-F238E27FC236}">
                <a16:creationId xmlns:a16="http://schemas.microsoft.com/office/drawing/2014/main" id="{749FBC61-970C-20F8-FF40-E245FA5004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248" y="1527053"/>
            <a:ext cx="3127567" cy="4695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4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26D10DD1-3A20-A46A-99DA-1D33A2776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53" y="1371584"/>
            <a:ext cx="2893229" cy="4629166"/>
          </a:xfrm>
          <a:prstGeom prst="rect">
            <a:avLst/>
          </a:prstGeom>
        </p:spPr>
      </p:pic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46734BA-C976-3664-6D8E-1737313E0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  <p:pic>
        <p:nvPicPr>
          <p:cNvPr id="6" name="Picture 5" descr="A cartoon of a child&#10;&#10;AI-generated content may be incorrect.">
            <a:extLst>
              <a:ext uri="{FF2B5EF4-FFF2-40B4-BE49-F238E27FC236}">
                <a16:creationId xmlns:a16="http://schemas.microsoft.com/office/drawing/2014/main" id="{285E33B5-0B4F-0C1E-7205-1C14D5F889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5" y="1371585"/>
            <a:ext cx="2956003" cy="4729604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B7D422F-DFF6-9655-A84E-B60698B6C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3787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79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artoon of a child&#10;&#10;AI-generated content may be incorrect.">
            <a:extLst>
              <a:ext uri="{FF2B5EF4-FFF2-40B4-BE49-F238E27FC236}">
                <a16:creationId xmlns:a16="http://schemas.microsoft.com/office/drawing/2014/main" id="{1019CADA-8286-FA8E-114D-260AC722F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3417"/>
            <a:ext cx="2990082" cy="4489508"/>
          </a:xfrm>
          <a:prstGeom prst="rect">
            <a:avLst/>
          </a:prstGeom>
        </p:spPr>
      </p:pic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5F14888-F3C8-E237-FED4-34A923877D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15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cartoon of a child with glasses&#10;&#10;AI-generated content may be incorrect.">
            <a:extLst>
              <a:ext uri="{FF2B5EF4-FFF2-40B4-BE49-F238E27FC236}">
                <a16:creationId xmlns:a16="http://schemas.microsoft.com/office/drawing/2014/main" id="{F17AC198-7FD4-FAF1-4D83-6F51B4961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0" y="857251"/>
            <a:ext cx="3376814" cy="5402902"/>
          </a:xfrm>
          <a:prstGeom prst="rect">
            <a:avLst/>
          </a:prstGeom>
        </p:spPr>
      </p:pic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2A18E95E-705C-2F85-69CD-F79F51256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624140B2-C2B5-A002-446B-75F9E2709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1686" y="1455218"/>
            <a:ext cx="2893229" cy="4629167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E91CD9C-0EEA-C114-F786-8A7563613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05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B2EEEC7-E826-4397-D2A6-C0F5FAC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13" name="Picture 12" descr="Cartoon of a child with hands in pockets&#10;&#10;AI-generated content may be incorrect.">
            <a:extLst>
              <a:ext uri="{FF2B5EF4-FFF2-40B4-BE49-F238E27FC236}">
                <a16:creationId xmlns:a16="http://schemas.microsoft.com/office/drawing/2014/main" id="{48884B67-3F98-0444-DF8F-53A43EF73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177" y="758130"/>
            <a:ext cx="3650051" cy="5840082"/>
          </a:xfrm>
          <a:prstGeom prst="rect">
            <a:avLst/>
          </a:prstGeom>
        </p:spPr>
      </p:pic>
      <p:pic>
        <p:nvPicPr>
          <p:cNvPr id="8" name="Picture 7" descr="A cartoon of a child with blonde braids&#10;&#10;AI-generated content may be incorrect.">
            <a:extLst>
              <a:ext uri="{FF2B5EF4-FFF2-40B4-BE49-F238E27FC236}">
                <a16:creationId xmlns:a16="http://schemas.microsoft.com/office/drawing/2014/main" id="{F96DF48B-673E-1376-9E4C-A96BEF5262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66620" y="842311"/>
            <a:ext cx="3477937" cy="556469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A788410-2EA6-D755-3776-1A75487E5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93750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5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4B1C0A36-A17E-188F-ACAE-48AE8AFB6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074" y="990566"/>
            <a:ext cx="3542994" cy="5668791"/>
          </a:xfrm>
          <a:prstGeom prst="rect">
            <a:avLst/>
          </a:prstGeom>
        </p:spPr>
      </p:pic>
      <p:pic>
        <p:nvPicPr>
          <p:cNvPr id="9" name="Picture 8" descr="A cartoon of a child&#10;&#10;AI-generated content may be incorrect.">
            <a:extLst>
              <a:ext uri="{FF2B5EF4-FFF2-40B4-BE49-F238E27FC236}">
                <a16:creationId xmlns:a16="http://schemas.microsoft.com/office/drawing/2014/main" id="{E37ADEF6-1F19-E381-B56B-014094A9E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8824" y="990567"/>
            <a:ext cx="3614342" cy="5426813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86CBE60-82B1-27B0-8787-FDDE63973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34BEC12-358E-2470-4D86-29BA9AEAB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1" y="525634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706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F8D921F-076F-8CB2-F1D4-5D1FE5889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6" name="Picture 5" descr="Cartoon of a child with curly hair and blue jeans&#10;&#10;AI-generated content may be incorrect.">
            <a:extLst>
              <a:ext uri="{FF2B5EF4-FFF2-40B4-BE49-F238E27FC236}">
                <a16:creationId xmlns:a16="http://schemas.microsoft.com/office/drawing/2014/main" id="{CC8D24C1-4183-3B3A-3606-CAD9F7691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993" y="1275920"/>
            <a:ext cx="3423920" cy="5478272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9F8220F-3FDF-EA43-D904-EA899D6F0B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550917" y="530902"/>
            <a:ext cx="2893229" cy="2322579"/>
          </a:xfrm>
          <a:prstGeom prst="rect">
            <a:avLst/>
          </a:prstGeom>
        </p:spPr>
      </p:pic>
      <p:pic>
        <p:nvPicPr>
          <p:cNvPr id="11" name="Picture 10" descr="A cartoon of a child with red hair&#10;&#10;AI-generated content may be incorrect.">
            <a:extLst>
              <a:ext uri="{FF2B5EF4-FFF2-40B4-BE49-F238E27FC236}">
                <a16:creationId xmlns:a16="http://schemas.microsoft.com/office/drawing/2014/main" id="{5E6E9A1E-0186-5EB1-7824-824D86994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74999" y="955151"/>
            <a:ext cx="3571875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2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252</TotalTime>
  <Words>0</Words>
  <Application>Microsoft Macintosh PowerPoint</Application>
  <PresentationFormat>On-screen Show (4:3)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Jitong Xian</dc:creator>
  <cp:lastModifiedBy>Jitong Xian</cp:lastModifiedBy>
  <cp:revision>28</cp:revision>
  <dcterms:created xsi:type="dcterms:W3CDTF">2025-11-05T03:11:23Z</dcterms:created>
  <dcterms:modified xsi:type="dcterms:W3CDTF">2025-11-10T21:20:26Z</dcterms:modified>
</cp:coreProperties>
</file>