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43"/>
  </p:normalViewPr>
  <p:slideViewPr>
    <p:cSldViewPr snapToGrid="0">
      <p:cViewPr>
        <p:scale>
          <a:sx n="125" d="100"/>
          <a:sy n="125" d="100"/>
        </p:scale>
        <p:origin x="1432" y="-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319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9323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90192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47162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46275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12405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7928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7950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684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0551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91858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1C4912-9809-1C43-8E2A-D4D34A41C3BB}" type="datetimeFigureOut">
              <a:rPr lang="en-CN" smtClean="0"/>
              <a:t>2025/11/4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6056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4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microsoft.com/office/2007/relationships/hdphoto" Target="../media/hdphoto5.wdp"/><Relationship Id="rId5" Type="http://schemas.openxmlformats.org/officeDocument/2006/relationships/image" Target="../media/image9.png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microsoft.com/office/2007/relationships/hdphoto" Target="../media/hdphoto6.wdp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9.wdp"/><Relationship Id="rId5" Type="http://schemas.openxmlformats.org/officeDocument/2006/relationships/image" Target="../media/image14.png"/><Relationship Id="rId4" Type="http://schemas.microsoft.com/office/2007/relationships/hdphoto" Target="../media/hdphoto8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microsoft.com/office/2007/relationships/hdphoto" Target="../media/hdphoto11.wdp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3.wdp"/><Relationship Id="rId5" Type="http://schemas.openxmlformats.org/officeDocument/2006/relationships/image" Target="../media/image18.png"/><Relationship Id="rId4" Type="http://schemas.microsoft.com/office/2007/relationships/hdphoto" Target="../media/hdphoto1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5.wdp"/><Relationship Id="rId4" Type="http://schemas.microsoft.com/office/2007/relationships/hdphoto" Target="../media/hdphoto14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A85579E2-28D0-41B5-8C69-1953D99D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99" y="1607349"/>
            <a:ext cx="2813826" cy="4502122"/>
          </a:xfrm>
          <a:prstGeom prst="rect">
            <a:avLst/>
          </a:prstGeom>
        </p:spPr>
      </p:pic>
      <p:pic>
        <p:nvPicPr>
          <p:cNvPr id="13" name="Picture 1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320CA78E-FD29-DD92-B56C-D86018CE0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97332" y="821909"/>
            <a:ext cx="2981399" cy="2393358"/>
          </a:xfrm>
          <a:prstGeom prst="rect">
            <a:avLst/>
          </a:prstGeom>
        </p:spPr>
      </p:pic>
      <p:pic>
        <p:nvPicPr>
          <p:cNvPr id="15" name="Picture 14" descr="A cartoon of a child&#10;&#10;AI-generated content may be incorrect.">
            <a:extLst>
              <a:ext uri="{FF2B5EF4-FFF2-40B4-BE49-F238E27FC236}">
                <a16:creationId xmlns:a16="http://schemas.microsoft.com/office/drawing/2014/main" id="{3B797D24-E3F3-2DF4-5822-5E28F99D22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392" y="1607348"/>
            <a:ext cx="2813827" cy="4502123"/>
          </a:xfrm>
          <a:prstGeom prst="rect">
            <a:avLst/>
          </a:prstGeom>
        </p:spPr>
      </p:pic>
      <p:pic>
        <p:nvPicPr>
          <p:cNvPr id="17" name="Picture 1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D8FDF6AE-D9FE-8BA4-A2B6-F80FBA113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095124" y="821909"/>
            <a:ext cx="2981399" cy="239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5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0FCF449-7817-ECB8-6B6B-E888D98E39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532058" y="857250"/>
            <a:ext cx="2981399" cy="2393358"/>
          </a:xfrm>
          <a:prstGeom prst="rect">
            <a:avLst/>
          </a:prstGeom>
        </p:spPr>
      </p:pic>
      <p:pic>
        <p:nvPicPr>
          <p:cNvPr id="7" name="Picture 6" descr="Cartoon of a child with a white shirt and blue jeans&#10;&#10;AI-generated content may be incorrect.">
            <a:extLst>
              <a:ext uri="{FF2B5EF4-FFF2-40B4-BE49-F238E27FC236}">
                <a16:creationId xmlns:a16="http://schemas.microsoft.com/office/drawing/2014/main" id="{EE53907D-49ED-5C9B-F341-532F2A3887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1143" y="1362270"/>
            <a:ext cx="2981399" cy="4770238"/>
          </a:xfrm>
          <a:prstGeom prst="rect">
            <a:avLst/>
          </a:prstGeom>
        </p:spPr>
      </p:pic>
      <p:pic>
        <p:nvPicPr>
          <p:cNvPr id="8" name="Picture 7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A1205F25-6036-C93A-F1DF-39B608BA4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86609" y="653741"/>
            <a:ext cx="2981399" cy="2393358"/>
          </a:xfrm>
          <a:prstGeom prst="rect">
            <a:avLst/>
          </a:prstGeom>
        </p:spPr>
      </p:pic>
      <p:pic>
        <p:nvPicPr>
          <p:cNvPr id="11" name="Picture 10" descr="Cartoon of a child&#10;&#10;AI-generated content may be incorrect.">
            <a:extLst>
              <a:ext uri="{FF2B5EF4-FFF2-40B4-BE49-F238E27FC236}">
                <a16:creationId xmlns:a16="http://schemas.microsoft.com/office/drawing/2014/main" id="{CC803E7C-639B-F899-FCF0-4B6A809C6E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864" y="1552575"/>
            <a:ext cx="2740734" cy="4389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562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5DD5F96D-7B73-91B3-6DBB-8999AAC27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42101"/>
            <a:ext cx="2893229" cy="2322579"/>
          </a:xfrm>
          <a:prstGeom prst="rect">
            <a:avLst/>
          </a:prstGeom>
        </p:spPr>
      </p:pic>
      <p:pic>
        <p:nvPicPr>
          <p:cNvPr id="5" name="Picture 4" descr="Cartoon of a child with long brown hair and blue jeans&#10;&#10;AI-generated content may be incorrect.">
            <a:extLst>
              <a:ext uri="{FF2B5EF4-FFF2-40B4-BE49-F238E27FC236}">
                <a16:creationId xmlns:a16="http://schemas.microsoft.com/office/drawing/2014/main" id="{985F3F79-A7CA-D2B7-2DF9-84955ABC1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22773" y="1518988"/>
            <a:ext cx="2862693" cy="4580309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9A24ABAB-5673-4CEF-AB26-66FF84CEC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25218" y="842101"/>
            <a:ext cx="2893229" cy="2322579"/>
          </a:xfrm>
          <a:prstGeom prst="rect">
            <a:avLst/>
          </a:prstGeom>
        </p:spPr>
      </p:pic>
      <p:pic>
        <p:nvPicPr>
          <p:cNvPr id="9" name="Picture 8" descr="Cartoon of a child with hands in his pockets&#10;&#10;AI-generated content may be incorrect.">
            <a:extLst>
              <a:ext uri="{FF2B5EF4-FFF2-40B4-BE49-F238E27FC236}">
                <a16:creationId xmlns:a16="http://schemas.microsoft.com/office/drawing/2014/main" id="{4F26BBF7-706B-1A8F-6356-E56D8D2BC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4292" y="1370743"/>
            <a:ext cx="30480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452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child&#10;&#10;AI-generated content may be incorrect.">
            <a:extLst>
              <a:ext uri="{FF2B5EF4-FFF2-40B4-BE49-F238E27FC236}">
                <a16:creationId xmlns:a16="http://schemas.microsoft.com/office/drawing/2014/main" id="{D82E5CED-FFB7-6FB7-00B7-47999EB63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178" y="1618321"/>
            <a:ext cx="2820876" cy="4513401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CC59288-347E-9E60-B1BE-787538B573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06419" y="857251"/>
            <a:ext cx="2893229" cy="2322579"/>
          </a:xfrm>
          <a:prstGeom prst="rect">
            <a:avLst/>
          </a:prstGeom>
        </p:spPr>
      </p:pic>
      <p:pic>
        <p:nvPicPr>
          <p:cNvPr id="6" name="Picture 5" descr="A cartoon of a child&#10;&#10;AI-generated content may be incorrect.">
            <a:extLst>
              <a:ext uri="{FF2B5EF4-FFF2-40B4-BE49-F238E27FC236}">
                <a16:creationId xmlns:a16="http://schemas.microsoft.com/office/drawing/2014/main" id="{E5D84941-3863-59AC-E5DF-AD11F5EB61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4866" y="1618322"/>
            <a:ext cx="2820876" cy="4513402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99824D1-D518-7E2E-8B24-26E83F170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27156" y="830936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4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646734BA-C976-3664-6D8E-1737313E08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82412" y="857251"/>
            <a:ext cx="2893229" cy="2322579"/>
          </a:xfrm>
          <a:prstGeom prst="rect">
            <a:avLst/>
          </a:prstGeom>
        </p:spPr>
      </p:pic>
      <p:pic>
        <p:nvPicPr>
          <p:cNvPr id="4" name="Picture 3" descr="A cartoon of a child&#10;&#10;AI-generated content may be incorrect.">
            <a:extLst>
              <a:ext uri="{FF2B5EF4-FFF2-40B4-BE49-F238E27FC236}">
                <a16:creationId xmlns:a16="http://schemas.microsoft.com/office/drawing/2014/main" id="{9CFE047A-3C9F-BB0B-3E1B-4D90EE2E5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53" y="1371584"/>
            <a:ext cx="2893229" cy="4629167"/>
          </a:xfrm>
          <a:prstGeom prst="rect">
            <a:avLst/>
          </a:prstGeom>
        </p:spPr>
      </p:pic>
      <p:pic>
        <p:nvPicPr>
          <p:cNvPr id="6" name="Picture 5" descr="A cartoon of a child&#10;&#10;AI-generated content may be incorrect.">
            <a:extLst>
              <a:ext uri="{FF2B5EF4-FFF2-40B4-BE49-F238E27FC236}">
                <a16:creationId xmlns:a16="http://schemas.microsoft.com/office/drawing/2014/main" id="{285E33B5-0B4F-0C1E-7205-1C14D5F889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5" y="1371585"/>
            <a:ext cx="2956003" cy="4729604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B7D422F-DFF6-9655-A84E-B60698B6C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037874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799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65F14888-F3C8-E237-FED4-34A923877D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82412" y="857251"/>
            <a:ext cx="2893229" cy="2322579"/>
          </a:xfrm>
          <a:prstGeom prst="rect">
            <a:avLst/>
          </a:prstGeom>
        </p:spPr>
      </p:pic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C065BC48-EAA2-EC06-808C-EB398DAB19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98994"/>
            <a:ext cx="2893229" cy="462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15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of a child wearing glasses and a grey hoodie&#10;&#10;AI-generated content may be incorrect.">
            <a:extLst>
              <a:ext uri="{FF2B5EF4-FFF2-40B4-BE49-F238E27FC236}">
                <a16:creationId xmlns:a16="http://schemas.microsoft.com/office/drawing/2014/main" id="{06BA86F1-6CC2-3C43-488D-42D755AAF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7630" y="1034553"/>
            <a:ext cx="3203189" cy="5125102"/>
          </a:xfrm>
          <a:prstGeom prst="rect">
            <a:avLst/>
          </a:prstGeom>
        </p:spPr>
      </p:pic>
      <p:pic>
        <p:nvPicPr>
          <p:cNvPr id="3" name="Picture 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2A18E95E-705C-2F85-69CD-F79F51256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57251"/>
            <a:ext cx="2893229" cy="2322579"/>
          </a:xfrm>
          <a:prstGeom prst="rect">
            <a:avLst/>
          </a:prstGeom>
        </p:spPr>
      </p:pic>
      <p:pic>
        <p:nvPicPr>
          <p:cNvPr id="5" name="Picture 4" descr="Cartoon of a child with her hands in her pockets&#10;&#10;AI-generated content may be incorrect.">
            <a:extLst>
              <a:ext uri="{FF2B5EF4-FFF2-40B4-BE49-F238E27FC236}">
                <a16:creationId xmlns:a16="http://schemas.microsoft.com/office/drawing/2014/main" id="{624140B2-C2B5-A002-446B-75F9E2709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1686" y="1455218"/>
            <a:ext cx="2893229" cy="4629167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E91CD9C-0EEA-C114-F786-8A7563613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250772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05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1B2EEEC7-E826-4397-D2A6-C0F5FACDD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57251"/>
            <a:ext cx="2893229" cy="2322579"/>
          </a:xfrm>
          <a:prstGeom prst="rect">
            <a:avLst/>
          </a:prstGeom>
        </p:spPr>
      </p:pic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7629F2C5-BFA3-6277-A508-A215E5B72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7836" y="1053875"/>
            <a:ext cx="3280370" cy="5248592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DA788410-2EA6-D755-3776-1A75487E5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937504" y="857251"/>
            <a:ext cx="2893229" cy="2322579"/>
          </a:xfrm>
          <a:prstGeom prst="rect">
            <a:avLst/>
          </a:prstGeom>
        </p:spPr>
      </p:pic>
      <p:pic>
        <p:nvPicPr>
          <p:cNvPr id="11" name="Picture 10" descr="Cartoon of a child with a white shirt and blue jeans&#10;&#10;AI-generated content may be incorrect.">
            <a:extLst>
              <a:ext uri="{FF2B5EF4-FFF2-40B4-BE49-F238E27FC236}">
                <a16:creationId xmlns:a16="http://schemas.microsoft.com/office/drawing/2014/main" id="{427D2F53-F36B-690D-472C-16714274FC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395" y="970327"/>
            <a:ext cx="3477937" cy="556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54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artoon of a person with brown hair and a purse&#10;&#10;AI-generated content may be incorrect.">
            <a:extLst>
              <a:ext uri="{FF2B5EF4-FFF2-40B4-BE49-F238E27FC236}">
                <a16:creationId xmlns:a16="http://schemas.microsoft.com/office/drawing/2014/main" id="{3EB57A73-98FE-D5A0-AFFC-20B2FBF50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2651" y="990566"/>
            <a:ext cx="3338623" cy="5341798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86CBE60-82B1-27B0-8787-FDDE63973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35124" y="525634"/>
            <a:ext cx="2893229" cy="2322579"/>
          </a:xfrm>
          <a:prstGeom prst="rect">
            <a:avLst/>
          </a:prstGeom>
        </p:spPr>
      </p:pic>
      <p:pic>
        <p:nvPicPr>
          <p:cNvPr id="6" name="Picture 5" descr="A cartoon of a child&#10;&#10;AI-generated content may be incorrect.">
            <a:extLst>
              <a:ext uri="{FF2B5EF4-FFF2-40B4-BE49-F238E27FC236}">
                <a16:creationId xmlns:a16="http://schemas.microsoft.com/office/drawing/2014/main" id="{B5E3A6B7-5A0F-7724-FE4C-9BA9EBFB42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4074" y="990567"/>
            <a:ext cx="3542994" cy="5668790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134BEC12-358E-2470-4D86-29BA9AEAB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250771" y="525634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706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artoon of a child with curly hair and blue jeans&#10;&#10;AI-generated content may be incorrect.">
            <a:extLst>
              <a:ext uri="{FF2B5EF4-FFF2-40B4-BE49-F238E27FC236}">
                <a16:creationId xmlns:a16="http://schemas.microsoft.com/office/drawing/2014/main" id="{BD94D5B9-79FC-71B1-27D1-9D4F052DC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1270652"/>
            <a:ext cx="3423920" cy="5478272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8F8D921F-076F-8CB2-F1D4-5D1FE5889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35124" y="525634"/>
            <a:ext cx="2893229" cy="2322579"/>
          </a:xfrm>
          <a:prstGeom prst="rect">
            <a:avLst/>
          </a:prstGeom>
        </p:spPr>
      </p:pic>
      <p:pic>
        <p:nvPicPr>
          <p:cNvPr id="6" name="Picture 5" descr="Cartoon of a child with curly hair and blue jeans&#10;&#10;AI-generated content may be incorrect.">
            <a:extLst>
              <a:ext uri="{FF2B5EF4-FFF2-40B4-BE49-F238E27FC236}">
                <a16:creationId xmlns:a16="http://schemas.microsoft.com/office/drawing/2014/main" id="{CC8D24C1-4183-3B3A-3606-CAD9F7691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1600" y="1270652"/>
            <a:ext cx="3423920" cy="5478272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89F8220F-3FDF-EA43-D904-EA899D6F0B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151524" y="525634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20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0</Words>
  <Application>Microsoft Macintosh PowerPoint</Application>
  <PresentationFormat>On-screen Show (4:3)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Jitong Xian</dc:creator>
  <cp:lastModifiedBy>Jitong Xian</cp:lastModifiedBy>
  <cp:revision>17</cp:revision>
  <dcterms:created xsi:type="dcterms:W3CDTF">2025-11-05T03:11:23Z</dcterms:created>
  <dcterms:modified xsi:type="dcterms:W3CDTF">2025-11-05T03:33:46Z</dcterms:modified>
</cp:coreProperties>
</file>